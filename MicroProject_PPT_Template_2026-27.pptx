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3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3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3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9B4531C-EB8D-4E08-9263-F511F0F2812F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28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034B13C7-FB10-451F-A5B1-32AB06FF7AC3}" type="slidenum">
              <a:rPr lang="en-US" sz="1400" b="0" strike="noStrike" spc="-1">
                <a:latin typeface="Times New Roman"/>
              </a:rPr>
              <a:t>3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822960" y="286560"/>
            <a:ext cx="7543440" cy="67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822960" y="394704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688280" y="394704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822960" y="3947040"/>
            <a:ext cx="754344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44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22960" y="3947040"/>
            <a:ext cx="754344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22960" y="394704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688280" y="394704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373560" y="184572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5924520" y="184572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822960" y="394704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373560" y="394704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5924520" y="394704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822960" y="286560"/>
            <a:ext cx="7543440" cy="67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822960" y="394704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88280" y="394704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22960" y="3947040"/>
            <a:ext cx="754344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44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822960" y="3947040"/>
            <a:ext cx="754344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822960" y="394704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688280" y="3947040"/>
            <a:ext cx="368100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3373560" y="184572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924520" y="184572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822960" y="394704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3373560" y="394704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body"/>
          </p:nvPr>
        </p:nvSpPr>
        <p:spPr>
          <a:xfrm>
            <a:off x="5924520" y="3947040"/>
            <a:ext cx="2428920" cy="191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1" hidden="1"/>
          <p:cNvSpPr/>
          <p:nvPr/>
        </p:nvSpPr>
        <p:spPr>
          <a:xfrm>
            <a:off x="0" y="6400800"/>
            <a:ext cx="914364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2" hidden="1"/>
          <p:cNvSpPr/>
          <p:nvPr/>
        </p:nvSpPr>
        <p:spPr>
          <a:xfrm>
            <a:off x="0" y="6334200"/>
            <a:ext cx="914364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 hidden="1"/>
          <p:cNvSpPr/>
          <p:nvPr/>
        </p:nvSpPr>
        <p:spPr>
          <a:xfrm>
            <a:off x="895320" y="1737720"/>
            <a:ext cx="74750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7F7F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2520" y="6400800"/>
            <a:ext cx="91411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0" y="6334200"/>
            <a:ext cx="91411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822960" y="758880"/>
            <a:ext cx="7543440" cy="35658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r>
              <a:rPr lang="en-IN" sz="8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7"/>
          <p:cNvSpPr>
            <a:spLocks noGrp="1"/>
          </p:cNvSpPr>
          <p:nvPr>
            <p:ph type="dt"/>
          </p:nvPr>
        </p:nvSpPr>
        <p:spPr>
          <a:xfrm>
            <a:off x="822960" y="6459840"/>
            <a:ext cx="185400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fld id="{1F275AD1-7059-4663-BE5C-967CA5DB99A2}" type="datetime1">
              <a:rPr lang="en-US" sz="2400" b="0" strike="noStrike" spc="-1" smtClean="0">
                <a:latin typeface="Times New Roman"/>
              </a:rPr>
              <a:t>5/5/2022</a:t>
            </a:fld>
            <a:endParaRPr lang="en-IN" sz="2400" b="0" strike="noStrike" spc="-1"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ftr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US" sz="2400" b="0" strike="noStrike" spc="-1">
                <a:latin typeface="Times New Roman"/>
              </a:rPr>
              <a:t>Mini Project           Department of Computer Science and Engineering</a:t>
            </a:r>
            <a:endParaRPr lang="en-IN" sz="2400" b="0" strike="noStrike" spc="-1">
              <a:latin typeface="Times New Roman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sldNum"/>
          </p:nvPr>
        </p:nvSpPr>
        <p:spPr>
          <a:xfrm>
            <a:off x="7425360" y="6459840"/>
            <a:ext cx="9835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6A09744-E9D3-4EAC-BE64-6EC945CDA446}" type="slidenum"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IN" sz="1050" b="0" strike="noStrike" spc="-1">
              <a:latin typeface="Times New Roman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905760" y="4343400"/>
            <a:ext cx="74062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7F7F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PlaceHolder 11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0" y="6400800"/>
            <a:ext cx="914364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CustomShape 2"/>
          <p:cNvSpPr/>
          <p:nvPr/>
        </p:nvSpPr>
        <p:spPr>
          <a:xfrm>
            <a:off x="0" y="6334200"/>
            <a:ext cx="914364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CustomShape 3"/>
          <p:cNvSpPr/>
          <p:nvPr/>
        </p:nvSpPr>
        <p:spPr>
          <a:xfrm>
            <a:off x="895320" y="1737720"/>
            <a:ext cx="74750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7F7F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</p:spPr>
        <p:txBody>
          <a:bodyPr anchor="b">
            <a:normAutofit fontScale="97000"/>
          </a:bodyPr>
          <a:lstStyle/>
          <a:p>
            <a:r>
              <a:rPr lang="en-IN" sz="4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dt"/>
          </p:nvPr>
        </p:nvSpPr>
        <p:spPr>
          <a:xfrm>
            <a:off x="822960" y="6459840"/>
            <a:ext cx="185400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fld id="{C828DC06-C663-4B6C-AED3-EDA31E2287EA}" type="datetime1">
              <a:rPr lang="en-US" sz="2400" b="0" strike="noStrike" spc="-1" smtClean="0">
                <a:latin typeface="Times New Roman"/>
              </a:rPr>
              <a:t>5/5/2022</a:t>
            </a:fld>
            <a:endParaRPr lang="en-IN" sz="2400" b="0" strike="noStrike" spc="-1"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US" sz="2400" b="0" strike="noStrike" spc="-1">
                <a:latin typeface="Times New Roman"/>
              </a:rPr>
              <a:t>Mini Project           Department of Computer Science and Engineering</a:t>
            </a:r>
            <a:endParaRPr lang="en-IN" sz="2400" b="0" strike="noStrike" spc="-1"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/>
          </p:nvPr>
        </p:nvSpPr>
        <p:spPr>
          <a:xfrm>
            <a:off x="7425360" y="6459840"/>
            <a:ext cx="9835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17EACD2-6FB6-4DB2-9F6E-FD9DE168181D}" type="slidenum"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IN" sz="105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381060" y="2306055"/>
            <a:ext cx="8686440" cy="138456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95000"/>
          </a:bodyPr>
          <a:lstStyle/>
          <a:p>
            <a:pPr algn="ctr">
              <a:lnSpc>
                <a:spcPct val="85000"/>
              </a:lnSpc>
              <a:tabLst>
                <a:tab pos="0" algn="l"/>
              </a:tabLst>
            </a:pPr>
            <a:r>
              <a:rPr lang="en-US" sz="5300" b="0" strike="noStrike" spc="-1" dirty="0">
                <a:solidFill>
                  <a:srgbClr val="000000"/>
                </a:solidFill>
                <a:latin typeface="Arial"/>
              </a:rPr>
              <a:t>Title of Project</a:t>
            </a:r>
            <a:endParaRPr lang="en-IN" sz="53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Google Shape;106;p13"/>
          <p:cNvPicPr/>
          <p:nvPr/>
        </p:nvPicPr>
        <p:blipFill>
          <a:blip r:embed="rId2"/>
          <a:srcRect r="26719"/>
          <a:stretch/>
        </p:blipFill>
        <p:spPr>
          <a:xfrm>
            <a:off x="0" y="12960"/>
            <a:ext cx="9143640" cy="901080"/>
          </a:xfrm>
          <a:prstGeom prst="rect">
            <a:avLst/>
          </a:prstGeom>
          <a:ln>
            <a:noFill/>
          </a:ln>
        </p:spPr>
      </p:pic>
      <p:sp>
        <p:nvSpPr>
          <p:cNvPr id="143" name="CustomShape 2"/>
          <p:cNvSpPr/>
          <p:nvPr/>
        </p:nvSpPr>
        <p:spPr>
          <a:xfrm>
            <a:off x="381060" y="4536006"/>
            <a:ext cx="4038661" cy="8002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spc="-1" dirty="0">
                <a:solidFill>
                  <a:srgbClr val="FF0000"/>
                </a:solidFill>
                <a:latin typeface="Times New Roman"/>
                <a:ea typeface="Times New Roman"/>
              </a:rPr>
              <a:t>Mentor</a:t>
            </a:r>
            <a:r>
              <a:rPr lang="en-US" b="0" strike="noStrike" spc="-1" dirty="0">
                <a:solidFill>
                  <a:srgbClr val="FF0000"/>
                </a:solidFill>
                <a:latin typeface="Times New Roman"/>
                <a:ea typeface="Times New Roman"/>
              </a:rPr>
              <a:t>:</a:t>
            </a:r>
            <a:endParaRPr lang="en-IN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IN" b="0" strike="noStrike" spc="-1" dirty="0"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4800781" y="4359017"/>
            <a:ext cx="3657240" cy="11079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IN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FF0000"/>
                </a:solidFill>
                <a:latin typeface="Times New Roman"/>
                <a:ea typeface="Times New Roman"/>
              </a:rPr>
              <a:t>Presented By: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spc="-1" dirty="0">
                <a:solidFill>
                  <a:srgbClr val="FF0000"/>
                </a:solidFill>
                <a:latin typeface="Times New Roman"/>
              </a:rPr>
              <a:t>Name   Roll No.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145" name="TextShape 4"/>
          <p:cNvSpPr txBox="1"/>
          <p:nvPr/>
        </p:nvSpPr>
        <p:spPr>
          <a:xfrm>
            <a:off x="0" y="6324480"/>
            <a:ext cx="8160120" cy="533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MICRO PROJECT  2026-27            Department of Computer Science and Engineering</a:t>
            </a:r>
            <a:endParaRPr lang="en-IN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CustomShape 5"/>
          <p:cNvSpPr/>
          <p:nvPr/>
        </p:nvSpPr>
        <p:spPr>
          <a:xfrm>
            <a:off x="8160120" y="6311880"/>
            <a:ext cx="983520" cy="533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A53CF918-83D0-41B0-9400-405312DBB6D1}" type="slidenum">
              <a:rPr lang="en-US" sz="2000" b="0" strike="noStrike" spc="-1">
                <a:solidFill>
                  <a:srgbClr val="5E2C16"/>
                </a:solidFill>
                <a:latin typeface="Calibri"/>
                <a:ea typeface="Calibri"/>
              </a:rPr>
              <a:t>1</a:t>
            </a:fld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95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0000"/>
                </a:solidFill>
                <a:latin typeface="Calibri"/>
                <a:ea typeface="Calibri"/>
              </a:rPr>
              <a:t>TABLE OF CONTENTS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Shape 2"/>
          <p:cNvSpPr txBox="1"/>
          <p:nvPr/>
        </p:nvSpPr>
        <p:spPr>
          <a:xfrm>
            <a:off x="822960" y="1737000"/>
            <a:ext cx="7863480" cy="432612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</a:p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</a:p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</a:p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Research Gap</a:t>
            </a:r>
          </a:p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</a:t>
            </a:r>
          </a:p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Proposed Methodology</a:t>
            </a:r>
          </a:p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Performance Comparison of Existing Methodology</a:t>
            </a:r>
          </a:p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Expected Outcome</a:t>
            </a:r>
          </a:p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Current Progress</a:t>
            </a:r>
          </a:p>
          <a:p>
            <a:pPr marL="342900" algn="just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 in IEEE Format</a:t>
            </a:r>
          </a:p>
          <a:p>
            <a:pPr marL="342900" algn="just">
              <a:spcBef>
                <a:spcPts val="1400"/>
              </a:spcBef>
              <a:buClr>
                <a:schemeClr val="accent1"/>
              </a:buClr>
              <a:buSzPts val="25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9" name="Google Shape;117;p14"/>
          <p:cNvPicPr/>
          <p:nvPr/>
        </p:nvPicPr>
        <p:blipFill>
          <a:blip r:embed="rId2"/>
          <a:srcRect r="26719"/>
          <a:stretch/>
        </p:blipFill>
        <p:spPr>
          <a:xfrm>
            <a:off x="0" y="12960"/>
            <a:ext cx="9143640" cy="901080"/>
          </a:xfrm>
          <a:prstGeom prst="rect">
            <a:avLst/>
          </a:prstGeom>
          <a:ln>
            <a:noFill/>
          </a:ln>
        </p:spPr>
      </p:pic>
      <p:sp>
        <p:nvSpPr>
          <p:cNvPr id="150" name="TextShape 3"/>
          <p:cNvSpPr txBox="1"/>
          <p:nvPr/>
        </p:nvSpPr>
        <p:spPr>
          <a:xfrm>
            <a:off x="0" y="6352920"/>
            <a:ext cx="8160120" cy="533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MICRO PROJECT  2026-27            Department of Computer Science and Engineering</a:t>
            </a:r>
            <a:endParaRPr lang="en-IN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8160120" y="6311880"/>
            <a:ext cx="983520" cy="533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B4DD76DB-4C02-468E-9389-FC4B60DC7951}" type="slidenum">
              <a:rPr lang="en-US" sz="2000" b="0" strike="noStrike" spc="-1">
                <a:solidFill>
                  <a:srgbClr val="5E2C16"/>
                </a:solidFill>
                <a:latin typeface="Calibri"/>
                <a:ea typeface="Calibri"/>
              </a:rPr>
              <a:t>2</a:t>
            </a:fld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294120" y="990720"/>
            <a:ext cx="8457840" cy="8078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85000"/>
              </a:lnSpc>
              <a:tabLst>
                <a:tab pos="0" algn="l"/>
              </a:tabLst>
            </a:pPr>
            <a:r>
              <a:rPr lang="en-US" sz="4000" b="0" strike="noStrike" spc="-1">
                <a:solidFill>
                  <a:srgbClr val="FF0000"/>
                </a:solidFill>
                <a:latin typeface="Times New Roman"/>
                <a:ea typeface="Times New Roman"/>
              </a:rPr>
              <a:t>INTRODUCTION</a:t>
            </a:r>
            <a:endParaRPr lang="en-IN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Google Shape;126;p15"/>
          <p:cNvPicPr/>
          <p:nvPr/>
        </p:nvPicPr>
        <p:blipFill>
          <a:blip r:embed="rId3"/>
          <a:srcRect r="26719"/>
          <a:stretch/>
        </p:blipFill>
        <p:spPr>
          <a:xfrm>
            <a:off x="35280" y="-1440"/>
            <a:ext cx="8915040" cy="901080"/>
          </a:xfrm>
          <a:prstGeom prst="rect">
            <a:avLst/>
          </a:prstGeom>
          <a:ln>
            <a:noFill/>
          </a:ln>
        </p:spPr>
      </p:pic>
      <p:sp>
        <p:nvSpPr>
          <p:cNvPr id="154" name="TextShape 2"/>
          <p:cNvSpPr txBox="1"/>
          <p:nvPr/>
        </p:nvSpPr>
        <p:spPr>
          <a:xfrm>
            <a:off x="35280" y="6430680"/>
            <a:ext cx="8124840" cy="456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MICRO PROJECT  2026-27            Department of Computer Science and Engineering</a:t>
            </a:r>
            <a:endParaRPr lang="en-IN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8160120" y="6311880"/>
            <a:ext cx="983520" cy="533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A47A2172-0B2B-4752-8886-414A42885A2D}" type="slidenum">
              <a:rPr lang="en-US" sz="2000" b="0" strike="noStrike" spc="-1">
                <a:solidFill>
                  <a:srgbClr val="5E2C16"/>
                </a:solidFill>
                <a:latin typeface="Calibri"/>
                <a:ea typeface="Calibri"/>
              </a:rPr>
              <a:t>3</a:t>
            </a:fld>
            <a:endParaRPr lang="en-IN" sz="2000" b="0" strike="noStrike" spc="-1">
              <a:latin typeface="Arial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294120" y="1798920"/>
            <a:ext cx="8172000" cy="2761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457200" indent="-342720">
              <a:lnSpc>
                <a:spcPct val="115000"/>
              </a:lnSpc>
              <a:buClr>
                <a:srgbClr val="000000"/>
              </a:buClr>
              <a:buFont typeface="Times New Roman"/>
              <a:buChar char="●"/>
            </a:pPr>
            <a:endParaRPr lang="en-IN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